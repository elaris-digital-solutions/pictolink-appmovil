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73152"/>
          </a:xfrm>
          <a:prstGeom prst="rect">
            <a:avLst/>
          </a:prstGeom>
          <a:solidFill>
            <a:srgbClr val="E56F2C"/>
          </a:solidFill>
          <a:ln w="12700">
            <a:solidFill>
              <a:srgbClr val="E56F2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28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097280" cy="54864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Guia de Instalacion y Uso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029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E6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Comunicacion Aumentativa y Alternativa con Pictogramas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3017520"/>
            <a:ext cx="8138160" cy="36576"/>
          </a:xfrm>
          <a:prstGeom prst="rect">
            <a:avLst/>
          </a:prstGeom>
          <a:solidFill>
            <a:srgbClr val="C85F27"/>
          </a:solidFill>
          <a:ln w="12700">
            <a:solidFill>
              <a:srgbClr val="C85F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324612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C85F27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246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23160" y="324612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C85F27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23160" y="3246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69080" y="324612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C85F27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69080" y="3246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AAC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9320" y="324612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C85F27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46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Grupos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pictogramas ARASAAC · sintesis de voz · tiempo real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es PictoLink?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 — Comunicacion Aumentativa y Alternativa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app de mensajeria para personas que usan Comunicacion Aumentativa y Alternativa (AAC). Permite enviar mensajes con pictogramas ARASAAC, sintesis de voz y en tiempo real.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26060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" y="222199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276856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61288" y="2048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con Pictogramas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61288" y="23500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Tablero AAC integrado para componer mensajes visuales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46120" y="1920240"/>
            <a:ext cx="26060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0712" y="222199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227685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95928" y="2048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Sintesis de Voz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995928" y="23500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 los pictogramas en voz alta con TTS configurable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80760" y="1920240"/>
            <a:ext cx="26060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45352" y="222199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27685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30568" y="2048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 Contactos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830568" y="23500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Agrega y organiza tus contactos con foto y rol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11480" y="3291840"/>
            <a:ext cx="26060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76072" y="359359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648456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61288" y="34198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Grupos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161288" y="37216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 grupos de conversacion con multiples miembros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46120" y="3291840"/>
            <a:ext cx="26060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410712" y="359359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3648456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95928" y="34198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PWA Instalable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995928" y="37216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 como app nativa en Android e iOS sin tienda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80760" y="3291840"/>
            <a:ext cx="26060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245352" y="359359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648456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30568" y="34198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Totalmente Personalizable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830568" y="37216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Voz, velocidad, columnas del tablero y mas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85F27"/>
          </a:solidFill>
          <a:ln w="12700">
            <a:solidFill>
              <a:srgbClr val="C85F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Instalacion en Android — PWA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 — Comunicacion Aumentativa y Alternativa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164592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749808"/>
            <a:ext cx="5029200" cy="347472"/>
          </a:xfrm>
          <a:prstGeom prst="roundRect">
            <a:avLst>
              <a:gd name="adj" fmla="val 18421"/>
            </a:avLst>
          </a:prstGeom>
          <a:solidFill>
            <a:srgbClr val="FFE6D6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7498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 Google Chrome para instalar la PWA en Android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1271016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289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78408" y="12618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Abre Google Chrome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78408" y="15087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Navega a la URL de PictoLink en Chrome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1929384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78408" y="1920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Toca el menu (tres puntos)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78408" y="21671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Esquina superior derecha del navegador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258775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78408" y="25786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Selecciona "Anadir a pantalla de inicio"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78408" y="28254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Aparece en el menu desplegable del navegador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3246120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26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8408" y="3236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 la instalacion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78408" y="34838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icono de PictoLink aparecera en tu pantalla de inicio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623560" y="749808"/>
            <a:ext cx="1005840" cy="3520440"/>
          </a:xfrm>
          <a:prstGeom prst="roundRect">
            <a:avLst>
              <a:gd name="adj" fmla="val 9091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5623560" y="23454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720840" y="749808"/>
            <a:ext cx="1005840" cy="3520440"/>
          </a:xfrm>
          <a:prstGeom prst="roundRect">
            <a:avLst>
              <a:gd name="adj" fmla="val 9091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6720840" y="23454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Anadir a inicio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818120" y="749808"/>
            <a:ext cx="1005840" cy="3520440"/>
          </a:xfrm>
          <a:prstGeom prst="roundRect">
            <a:avLst>
              <a:gd name="adj" fmla="val 9091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7818120" y="23454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instalada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11480" y="4343400"/>
            <a:ext cx="5029200" cy="347472"/>
          </a:xfrm>
          <a:prstGeom prst="roundRect">
            <a:avLst>
              <a:gd name="adj" fmla="val 18421"/>
            </a:avLst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43434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algunos dispositivos aparece un banner automatico de instalacion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Instalacion en iOS — PWA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 — Comunicacion Aumentativa y Alternativa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164592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749808"/>
            <a:ext cx="5029200" cy="347472"/>
          </a:xfrm>
          <a:prstGeom prst="roundRect">
            <a:avLst>
              <a:gd name="adj" fmla="val 18421"/>
            </a:avLst>
          </a:prstGeom>
          <a:solidFill>
            <a:srgbClr val="FFE6D6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7498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 Safari para instalar la PWA en iPhone o iPad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1271016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289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78408" y="12618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Abre Safari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78408" y="15087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Navega a la URL de PictoLink — no funciona en Chrome ni Firefox en iOS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1929384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78408" y="1920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Toca el boton Compartir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78408" y="21671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Icono de cuadro con flecha, en la barra inferior del navegador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258775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78408" y="25786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Selecciona "Agregar a inicio"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78408" y="28254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Desplazate en el menu de acciones de compartir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3246120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26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8408" y="3236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Toca "Agregar" para confirmar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78408" y="34838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icono de PictoLink aparecera en tu pantalla de inicio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623560" y="749808"/>
            <a:ext cx="1005840" cy="3520440"/>
          </a:xfrm>
          <a:prstGeom prst="roundRect">
            <a:avLst>
              <a:gd name="adj" fmla="val 9091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5623560" y="23454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Compartir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720840" y="749808"/>
            <a:ext cx="1005840" cy="3520440"/>
          </a:xfrm>
          <a:prstGeom prst="roundRect">
            <a:avLst>
              <a:gd name="adj" fmla="val 9091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6720840" y="23454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"Agregar a inicio"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818120" y="749808"/>
            <a:ext cx="1005840" cy="3520440"/>
          </a:xfrm>
          <a:prstGeom prst="roundRect">
            <a:avLst>
              <a:gd name="adj" fmla="val 9091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7818120" y="23454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instalada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11480" y="4343400"/>
            <a:ext cx="5029200" cy="347472"/>
          </a:xfrm>
          <a:prstGeom prst="roundRect">
            <a:avLst>
              <a:gd name="adj" fmla="val 18421"/>
            </a:avLst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43434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iPad el boton Compartir esta en la barra superior derecha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Cuenta — Flujo de Registro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 — Comunicacion Aumentativa y Alternativa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04672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70432"/>
            <a:ext cx="1920240" cy="274320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68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8686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Bienvenida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33272" y="1536192"/>
            <a:ext cx="676656" cy="676656"/>
          </a:xfrm>
          <a:prstGeom prst="ellipse">
            <a:avLst/>
          </a:prstGeom>
          <a:solidFill>
            <a:srgbClr val="FFE6D6"/>
          </a:solidFill>
          <a:ln w="12700">
            <a:solidFill>
              <a:srgbClr val="FFD5B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1627632"/>
            <a:ext cx="493776" cy="4937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234086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 de inicio con logo y boton Comenzar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" y="3319272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94360" y="34518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350008" y="190195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8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514600" y="804672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14600" y="804672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14600" y="1170432"/>
            <a:ext cx="1920240" cy="274320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651760" y="868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017520" y="8686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y Clave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136392" y="1536192"/>
            <a:ext cx="676656" cy="676656"/>
          </a:xfrm>
          <a:prstGeom prst="ellipse">
            <a:avLst/>
          </a:prstGeom>
          <a:solidFill>
            <a:srgbClr val="FFE6D6"/>
          </a:solidFill>
          <a:ln w="12700">
            <a:solidFill>
              <a:srgbClr val="FFD5B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627632"/>
            <a:ext cx="493776" cy="4937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651760" y="234086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Ingresa tu correo y crea una contrasena segura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697480" y="3319272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26" name="Text 22"/>
          <p:cNvSpPr/>
          <p:nvPr/>
        </p:nvSpPr>
        <p:spPr>
          <a:xfrm>
            <a:off x="2697480" y="34518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453128" y="190195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8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617720" y="804672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17720" y="804672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617720" y="1170432"/>
            <a:ext cx="1920240" cy="274320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54880" y="868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5120640" y="8686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 y Foto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239512" y="1536192"/>
            <a:ext cx="676656" cy="676656"/>
          </a:xfrm>
          <a:prstGeom prst="ellipse">
            <a:avLst/>
          </a:prstGeom>
          <a:solidFill>
            <a:srgbClr val="FFE6D6"/>
          </a:solidFill>
          <a:ln w="12700">
            <a:solidFill>
              <a:srgbClr val="FFD5BF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627632"/>
            <a:ext cx="493776" cy="49377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754880" y="234086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 tu perfil con nombre y foto de avatar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4800600" y="3319272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37" name="Text 32"/>
          <p:cNvSpPr/>
          <p:nvPr/>
        </p:nvSpPr>
        <p:spPr>
          <a:xfrm>
            <a:off x="4800600" y="34518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556248" y="190195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8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6720840" y="804672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720840" y="804672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720840" y="1170432"/>
            <a:ext cx="1920240" cy="274320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858000" y="868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Text 38"/>
          <p:cNvSpPr/>
          <p:nvPr/>
        </p:nvSpPr>
        <p:spPr>
          <a:xfrm>
            <a:off x="7223760" y="8686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de Usuario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7342632" y="1536192"/>
            <a:ext cx="676656" cy="676656"/>
          </a:xfrm>
          <a:prstGeom prst="ellipse">
            <a:avLst/>
          </a:prstGeom>
          <a:solidFill>
            <a:srgbClr val="FFE6D6"/>
          </a:solidFill>
          <a:ln w="12700">
            <a:solidFill>
              <a:srgbClr val="FFD5BF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1627632"/>
            <a:ext cx="493776" cy="493776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858000" y="234086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Elige si eres Comunicador, Cuidador o Institucion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6903720" y="3319272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48" name="Text 42"/>
          <p:cNvSpPr/>
          <p:nvPr/>
        </p:nvSpPr>
        <p:spPr>
          <a:xfrm>
            <a:off x="6903720" y="34518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Usuario en PictoLink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 — Comunicacion Aumentativa y Alternativa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90472"/>
            <a:ext cx="2651760" cy="365760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8686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923544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1380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Comunicador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Soy quien usa los pictogramas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0352" y="23317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Accede al tablero AAC para componer mensajes con pictogramas y enviarlos a tus contactos. Disenado para CAA.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0352" y="3593592"/>
            <a:ext cx="2331720" cy="320040"/>
          </a:xfrm>
          <a:prstGeom prst="roundRect">
            <a:avLst>
              <a:gd name="adj" fmla="val 20000"/>
            </a:avLst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/chat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30352" y="3986784"/>
            <a:ext cx="2331720" cy="594360"/>
          </a:xfrm>
          <a:prstGeom prst="roundRect">
            <a:avLst>
              <a:gd name="adj" fmla="val 15385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530352" y="41193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0" y="804672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0" y="804672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4B6BC8"/>
          </a:solidFill>
          <a:ln w="12700">
            <a:solidFill>
              <a:srgbClr val="4B6BC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0" y="1490472"/>
            <a:ext cx="2651760" cy="365760"/>
          </a:xfrm>
          <a:prstGeom prst="rect">
            <a:avLst/>
          </a:prstGeom>
          <a:solidFill>
            <a:srgbClr val="4B6BC8"/>
          </a:solidFill>
          <a:ln w="12700">
            <a:solidFill>
              <a:srgbClr val="4B6B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88536" y="8686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923544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337560" y="1380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Cuidador/Familiar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337560" y="1920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Apoyo a persona usuaria de AAC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364992" y="23317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Vista estilo WhatsApp para ver y gestionar conversaciones. Puedes crear grupos, agregar contactos y comunicarte con el usuario.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364992" y="3593592"/>
            <a:ext cx="2331720" cy="320040"/>
          </a:xfrm>
          <a:prstGeom prst="roundRect">
            <a:avLst>
              <a:gd name="adj" fmla="val 20000"/>
            </a:avLst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64992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/cuidador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364992" y="3986784"/>
            <a:ext cx="2331720" cy="594360"/>
          </a:xfrm>
          <a:prstGeom prst="roundRect">
            <a:avLst>
              <a:gd name="adj" fmla="val 15385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29" name="Text 25"/>
          <p:cNvSpPr/>
          <p:nvPr/>
        </p:nvSpPr>
        <p:spPr>
          <a:xfrm>
            <a:off x="3364992" y="41193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35040" y="804672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035040" y="804672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2D9162"/>
          </a:solidFill>
          <a:ln w="12700">
            <a:solidFill>
              <a:srgbClr val="2D916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035040" y="1490472"/>
            <a:ext cx="2651760" cy="365760"/>
          </a:xfrm>
          <a:prstGeom prst="rect">
            <a:avLst/>
          </a:prstGeom>
          <a:solidFill>
            <a:srgbClr val="2D9162"/>
          </a:solidFill>
          <a:ln w="12700">
            <a:solidFill>
              <a:srgbClr val="2D916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123176" y="8686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23544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172200" y="1380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Institucion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6172200" y="1920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Escuelas, clinicas y centros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199632" y="23317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Perfil institucional para organizaciones que brindan apoyo AAC. Configuracion especial para multiples usuarios y profesionales.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199632" y="3593592"/>
            <a:ext cx="2331720" cy="320040"/>
          </a:xfrm>
          <a:prstGeom prst="roundRect">
            <a:avLst>
              <a:gd name="adj" fmla="val 20000"/>
            </a:avLst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199632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Contactar administrador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199632" y="3986784"/>
            <a:ext cx="2331720" cy="594360"/>
          </a:xfrm>
          <a:prstGeom prst="roundRect">
            <a:avLst>
              <a:gd name="adj" fmla="val 15385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41" name="Text 36"/>
          <p:cNvSpPr/>
          <p:nvPr/>
        </p:nvSpPr>
        <p:spPr>
          <a:xfrm>
            <a:off x="6199632" y="41193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Agregar y Gestionar Contactos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 — Comunicacion Aumentativa y Alternativa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agregar un contacto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0759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2984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 a la seccion Contactos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54533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Toca el icono de contactos en la barra de navegacion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78408" y="1892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Presiona el boton Anadir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21396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Boton naranja en la esquina superior derecha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49631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8408" y="24871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Ingresa el nombre y 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27340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Ejemplo: Mama, Terapeuta, Amigo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09067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8408" y="30815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Agrega una foto (opcional)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332841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Selecciona o toma una foto de perfil desde tu galeria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68503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03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8408" y="36758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Guarda el contacto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" y="392277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contacto aparecera en tu lista inmediatamente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804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Acciones disponibles</a:t>
            </a:r>
            <a:endParaRPr lang="en-US" sz="14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80744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687568" y="1298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Iniciar conversacion de chat</a:t>
            </a:r>
            <a:endParaRPr lang="en-US" sz="12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75104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687568" y="1892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Editar nombre, rol y foto</a:t>
            </a:r>
            <a:endParaRPr lang="en-US" sz="12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569464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687568" y="2487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Eliminar contacto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5349240" y="32918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35" name="Text 30"/>
          <p:cNvSpPr/>
          <p:nvPr/>
        </p:nvSpPr>
        <p:spPr>
          <a:xfrm>
            <a:off x="5349240" y="38359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 contactos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150608" y="329184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37" name="Text 32"/>
          <p:cNvSpPr/>
          <p:nvPr/>
        </p:nvSpPr>
        <p:spPr>
          <a:xfrm>
            <a:off x="7150608" y="38359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Formulario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y Gestionar Grupos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 — Comunicacion Aumentativa y Alternativa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crear un grupo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0759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2984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 al Chat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54533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Abre la pantalla principal de mensajes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81051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78408" y="1801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Toca el boton + de nuevo grupo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20482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Disponible en la parte superior de la lista de conversaciones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31343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8408" y="23042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Ingresa el nombre del grupo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255117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 Familia o Terapia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81635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8408" y="2807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Agrega miembros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30540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Selecciona contactos existentes de tu lista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31927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8408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 el grupo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" y="355701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Opcional: agrega una foto de grupo desde tu galeria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822192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8408" y="3813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 la creacion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8408" y="405993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grupo aparecera en tu lista de conversaciones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804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 del grupo</a:t>
            </a:r>
            <a:endParaRPr lang="en-US" sz="14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80744"/>
            <a:ext cx="256032" cy="25603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687568" y="1298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Enviar mensajes a todos a la vez</a:t>
            </a:r>
            <a:endParaRPr lang="en-US" sz="115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892808"/>
            <a:ext cx="256032" cy="25603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687568" y="1810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Anadir o quitar miembros</a:t>
            </a:r>
            <a:endParaRPr lang="en-US" sz="115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404872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687568" y="232257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Avatar collage automatico de miembros</a:t>
            </a:r>
            <a:endParaRPr lang="en-US" sz="115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916936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687568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Subir foto de grupo personalizada</a:t>
            </a:r>
            <a:endParaRPr lang="en-US" sz="115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429000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687568" y="33467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Eliminar el grupo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5349240" y="3977640"/>
            <a:ext cx="1691640" cy="731520"/>
          </a:xfrm>
          <a:prstGeom prst="roundRect">
            <a:avLst>
              <a:gd name="adj" fmla="val 12500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43" name="Text 36"/>
          <p:cNvSpPr/>
          <p:nvPr/>
        </p:nvSpPr>
        <p:spPr>
          <a:xfrm>
            <a:off x="5349240" y="41788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 de grupos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7150608" y="3977640"/>
            <a:ext cx="1691640" cy="731520"/>
          </a:xfrm>
          <a:prstGeom prst="roundRect">
            <a:avLst>
              <a:gd name="adj" fmla="val 12500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45" name="Text 38"/>
          <p:cNvSpPr/>
          <p:nvPr/>
        </p:nvSpPr>
        <p:spPr>
          <a:xfrm>
            <a:off x="7150608" y="41788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Nuevo grupo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con Pictogramas — Tablero AAC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 — Comunicacion Aumentativa y Alternativa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tablero AAC es el compositor de mensajes. Toca pictogramas para construir frases y envialas a tus contactos o grupos.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15544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0976" y="1481328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Selecciona destinatario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Elige un contacto o grupo de la cuadricula de inicio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1371600" cy="228600"/>
          </a:xfrm>
          <a:prstGeom prst="roundRect">
            <a:avLst>
              <a:gd name="adj" fmla="val 40000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02920" y="33329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1389888"/>
            <a:ext cx="15544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42616" y="1481328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9456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Toca pictogramas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606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agregan a la barra de frase en la parte superior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3383280"/>
            <a:ext cx="1371600" cy="228600"/>
          </a:xfrm>
          <a:prstGeom prst="roundRect">
            <a:avLst>
              <a:gd name="adj" fmla="val 40000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194560" y="33329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1389888"/>
            <a:ext cx="15544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34256" y="1481328"/>
            <a:ext cx="475488" cy="47548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4256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862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Escucha y envia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86200" y="2606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Boton TTS para escuchar o ENVIAR para mandar el mensaje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86200" y="3383280"/>
            <a:ext cx="1371600" cy="228600"/>
          </a:xfrm>
          <a:prstGeom prst="roundRect">
            <a:avLst>
              <a:gd name="adj" fmla="val 40000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886200" y="33329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138988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Vista del tablero AAC: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577840" y="1755648"/>
            <a:ext cx="3200400" cy="1965960"/>
          </a:xfrm>
          <a:prstGeom prst="roundRect">
            <a:avLst>
              <a:gd name="adj" fmla="val 4651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577840" y="25740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Tablero AAC con pictogramas</a:t>
            </a:r>
            <a:endParaRPr lang="en-US" sz="10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58768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8580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Sintesis de voz TTS integrada</a:t>
            </a:r>
            <a:endParaRPr lang="en-US" sz="105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858768"/>
            <a:ext cx="201168" cy="20116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852160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Categorias navegables ARASAAC</a:t>
            </a:r>
            <a:endParaRPr lang="en-US" sz="105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51376"/>
            <a:ext cx="201168" cy="20116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858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Historial de conversacion deslizable</a:t>
            </a:r>
            <a:endParaRPr lang="en-US" sz="105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4151376"/>
            <a:ext cx="201168" cy="20116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85216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Cuadricula configurable de columnas</a:t>
            </a:r>
            <a:endParaRPr lang="en-US" sz="105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443984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85800" y="4407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Prediccion inteligente de pictogramas</a:t>
            </a:r>
            <a:endParaRPr lang="en-US" sz="105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4443984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852160" y="4407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Compatible con celular y tableta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Ajustes y Personalizacion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4ED"/>
          </a:solidFill>
          <a:ln w="12700">
            <a:solidFill>
              <a:srgbClr val="FFD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 — Comunicacion Aumentativa y Alternativa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406908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04672"/>
            <a:ext cx="4069080" cy="658368"/>
          </a:xfrm>
          <a:prstGeom prst="roundRect">
            <a:avLst>
              <a:gd name="adj" fmla="val 16667"/>
            </a:avLst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70432"/>
            <a:ext cx="4069080" cy="292608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686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92354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4712" y="868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Voz y Sintesis de Habla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0078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5256" y="160934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Seleccion de voz TTS entre las disponibles en el dispositivo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76072" y="2048256"/>
            <a:ext cx="3739896" cy="9144"/>
          </a:xfrm>
          <a:prstGeom prst="rect">
            <a:avLst/>
          </a:prstGeom>
          <a:solidFill>
            <a:srgbClr val="FFE6D6"/>
          </a:solidFill>
          <a:ln w="12700">
            <a:solidFill>
              <a:srgbClr val="FFE6D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17627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5256" y="20848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Idiomas agrupados: espanol primero, luego el resto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76072" y="2523744"/>
            <a:ext cx="3739896" cy="9144"/>
          </a:xfrm>
          <a:prstGeom prst="rect">
            <a:avLst/>
          </a:prstGeom>
          <a:solidFill>
            <a:srgbClr val="FFE6D6"/>
          </a:solidFill>
          <a:ln w="12700">
            <a:solidFill>
              <a:srgbClr val="FFE6D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65176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5256" y="25603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de velocidad de habla (0.5x a 2x)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76072" y="2999232"/>
            <a:ext cx="3739896" cy="9144"/>
          </a:xfrm>
          <a:prstGeom prst="rect">
            <a:avLst/>
          </a:prstGeom>
          <a:solidFill>
            <a:srgbClr val="FFE6D6"/>
          </a:solidFill>
          <a:ln w="12700">
            <a:solidFill>
              <a:srgbClr val="FFE6D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12724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5256" y="303580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Boton de prueba para escuchar la voz seleccionada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76072" y="3593592"/>
            <a:ext cx="3739896" cy="822960"/>
          </a:xfrm>
          <a:prstGeom prst="roundRect">
            <a:avLst>
              <a:gd name="adj" fmla="val 11111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24" name="Text 17"/>
          <p:cNvSpPr/>
          <p:nvPr/>
        </p:nvSpPr>
        <p:spPr>
          <a:xfrm>
            <a:off x="576072" y="3840480"/>
            <a:ext cx="3739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 de ajustes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754880" y="804672"/>
            <a:ext cx="406908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FFD5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754880" y="804672"/>
            <a:ext cx="4069080" cy="658368"/>
          </a:xfrm>
          <a:prstGeom prst="roundRect">
            <a:avLst>
              <a:gd name="adj" fmla="val 16667"/>
            </a:avLst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754880" y="1170432"/>
            <a:ext cx="4069080" cy="292608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892040" y="8686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923544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68112" y="868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Perfil y Cuenta</a:t>
            </a:r>
            <a:endParaRPr lang="en-US" sz="13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1700784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48656" y="160934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Cambio de nombre de perfil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4919472" y="2048256"/>
            <a:ext cx="3739896" cy="9144"/>
          </a:xfrm>
          <a:prstGeom prst="rect">
            <a:avLst/>
          </a:prstGeom>
          <a:solidFill>
            <a:srgbClr val="FFE6D6"/>
          </a:solidFill>
          <a:ln w="12700">
            <a:solidFill>
              <a:srgbClr val="FFE6D6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2176272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48656" y="20848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Actualizacion de foto de avatar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4919472" y="2523744"/>
            <a:ext cx="3739896" cy="9144"/>
          </a:xfrm>
          <a:prstGeom prst="rect">
            <a:avLst/>
          </a:prstGeom>
          <a:solidFill>
            <a:srgbClr val="FFE6D6"/>
          </a:solidFill>
          <a:ln w="12700">
            <a:solidFill>
              <a:srgbClr val="FFE6D6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2651760"/>
            <a:ext cx="237744" cy="23774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248656" y="25603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Seleccion de modo: Comunicador / Cuidador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4919472" y="2999232"/>
            <a:ext cx="3739896" cy="9144"/>
          </a:xfrm>
          <a:prstGeom prst="rect">
            <a:avLst/>
          </a:prstGeom>
          <a:solidFill>
            <a:srgbClr val="FFE6D6"/>
          </a:solidFill>
          <a:ln w="12700">
            <a:solidFill>
              <a:srgbClr val="FFE6D6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3127248"/>
            <a:ext cx="237744" cy="23774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48656" y="303580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Cerrar sesion de forma segura</a:t>
            </a:r>
            <a:endParaRPr lang="en-US" sz="1100" dirty="0"/>
          </a:p>
        </p:txBody>
      </p:sp>
      <p:sp>
        <p:nvSpPr>
          <p:cNvPr id="42" name="Shape 30"/>
          <p:cNvSpPr/>
          <p:nvPr/>
        </p:nvSpPr>
        <p:spPr>
          <a:xfrm>
            <a:off x="4919472" y="3593592"/>
            <a:ext cx="3739896" cy="822960"/>
          </a:xfrm>
          <a:prstGeom prst="roundRect">
            <a:avLst>
              <a:gd name="adj" fmla="val 11111"/>
            </a:avLst>
          </a:prstGeom>
          <a:solidFill>
            <a:srgbClr val="FFE6D6"/>
          </a:solidFill>
          <a:ln w="19050">
            <a:solidFill>
              <a:srgbClr val="FFD5BF"/>
            </a:solidFill>
            <a:prstDash val="dash"/>
          </a:ln>
        </p:spPr>
      </p:sp>
      <p:sp>
        <p:nvSpPr>
          <p:cNvPr id="43" name="Text 31"/>
          <p:cNvSpPr/>
          <p:nvPr/>
        </p:nvSpPr>
        <p:spPr>
          <a:xfrm>
            <a:off x="4919472" y="3840480"/>
            <a:ext cx="3739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 de ajustes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73152"/>
          </a:xfrm>
          <a:prstGeom prst="rect">
            <a:avLst/>
          </a:prstGeom>
          <a:solidFill>
            <a:srgbClr val="E56F2C"/>
          </a:solidFill>
          <a:ln w="12700">
            <a:solidFill>
              <a:srgbClr val="E56F2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28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PictoLink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097280" cy="54864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828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Listo para empezar!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0292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E6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o dudas?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02920" y="2999232"/>
            <a:ext cx="8138160" cy="36576"/>
          </a:xfrm>
          <a:prstGeom prst="rect">
            <a:avLst/>
          </a:prstGeom>
          <a:solidFill>
            <a:srgbClr val="C85F27"/>
          </a:solidFill>
          <a:ln w="12700">
            <a:solidFill>
              <a:srgbClr val="C85F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3145536"/>
            <a:ext cx="292608" cy="29260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6968" y="31455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 la PWA en Android (Chrome) o iOS (Safari)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3529584"/>
            <a:ext cx="292608" cy="29260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6968" y="352958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 tu cuenta y elige tu perfil de usuario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3913632"/>
            <a:ext cx="292608" cy="29260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86968" y="3913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Agrega contactos y crea grupos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2920" y="4297680"/>
            <a:ext cx="292608" cy="292608"/>
          </a:xfrm>
          <a:prstGeom prst="ellipse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86968" y="4297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Empieza a comunicarte con pictogramas ARASAAC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PictoLink — Guia de Instalacion y Uso</dc:title>
  <dc:subject>PptxGenJS Presentation</dc:subject>
  <dc:creator>PptxGenJS</dc:creator>
  <cp:lastModifiedBy>PptxGenJS</cp:lastModifiedBy>
  <cp:revision>1</cp:revision>
  <dcterms:created xsi:type="dcterms:W3CDTF">2026-04-29T10:47:24Z</dcterms:created>
  <dcterms:modified xsi:type="dcterms:W3CDTF">2026-04-29T10:47:24Z</dcterms:modified>
</cp:coreProperties>
</file>